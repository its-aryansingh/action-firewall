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 with the tagline. Do not describe the chatbot. The claim is the authorization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reframe in one sentence, then move. Don't linger.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single-agent: fewer handoff failure modes, predictable latency, one auditable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reason you win the track. Say 'a prompt is a request, a gate is a guarantee.'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we did not write custom Razorpay REST calls. MCP is the integration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Langfuse tab here. Show the blocked trace, point at the missing span.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 2 and Act 3 of the demo script. Read the agent's recovery line aloud from the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/audit live. The breach rate is real, computed from the session you just 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questions you will actually be asked. Answer in one breath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tagline you opened with. Then invite them to try to break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737360"/>
            <a:ext cx="5669280" cy="5669280"/>
          </a:xfrm>
          <a:prstGeom prst="ellipse">
            <a:avLst/>
          </a:prstGeom>
          <a:solidFill>
            <a:srgbClr val="3395FF">
              <a:alpha val="12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840480"/>
            <a:ext cx="4023360" cy="4023360"/>
          </a:xfrm>
          <a:prstGeom prst="ellipse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AI BUILDATHON 2026   ·   TRACK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Agentic Checkout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39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UAP Mandate Verification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commerce is an authorization problem — not a checkout problem.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3840480" cy="384048"/>
          </a:xfrm>
          <a:prstGeom prst="roundRect">
            <a:avLst>
              <a:gd name="adj" fmla="val 47619"/>
            </a:avLst>
          </a:prstGeom>
          <a:solidFill>
            <a:srgbClr val="151E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" y="430225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4160520"/>
            <a:ext cx="3438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MANDATE_CHECK → ALLOW   ₹486 / ₹1,000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4160520"/>
            <a:ext cx="4023360" cy="384048"/>
          </a:xfrm>
          <a:prstGeom prst="roundRect">
            <a:avLst>
              <a:gd name="adj" fmla="val 47619"/>
            </a:avLst>
          </a:prstGeom>
          <a:solidFill>
            <a:srgbClr val="151E3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1184" y="4302252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65776" y="4160520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MANDATE_CHECK → BLOCK   ₹2,233 / ₹1,000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merchant made transactable by an AI buyer end-to-end — with every money action bounded, gated, and auditable.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Razorpay Remote MCP  ·  Pinecone RAG  ·  Langfuse  ·  NPCI UAP simulation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is building a faster button.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26464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instinct is to treat agentic payments as a checkout problem. The moment an agent holds a payment instrument, it stops being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395728"/>
            <a:ext cx="384048" cy="384048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29718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chargeback liability. An AI buyer that overspends is a dispute the merchant loses.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395728"/>
            <a:ext cx="384048" cy="384048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99432" y="29718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Runaway-spend fear. Nobody hands an autonomous agent an uncapped payment instrument.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395728"/>
            <a:ext cx="384048" cy="384048"/>
          </a:xfrm>
          <a:prstGeom prst="ellipse">
            <a:avLst/>
          </a:prstGeom>
          <a:solidFill>
            <a:srgbClr val="3395FF">
              <a:alpha val="20000"/>
            </a:srgbClr>
          </a:solidFill>
          <a:ln w="12700">
            <a:solidFill>
              <a:srgbClr val="339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2396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02752" y="29718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NPCI is building the Unified Agent Protocol precisely because delegation needs a standard.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911535" cy="1234440"/>
          </a:xfrm>
          <a:prstGeom prst="roundRect">
            <a:avLst>
              <a:gd name="adj" fmla="val 8889"/>
            </a:avLst>
          </a:prstGeom>
          <a:solidFill>
            <a:srgbClr val="1A2547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80060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missing is not a checkout. It is an authorization layer that is deterministic, auditable and revocable.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51560" y="5285232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01 asks for money actions that are "bounded and gated". That phrase is the whole product.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agent. Four stages. One gate.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26464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well-instrumented agent — Razorpay's own FTX26 position — with the authorization verdict sitting between the plan and the money.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9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retrieve_catalog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RAG over the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merchant's SKU catalog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46120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3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93008" y="21945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9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21608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plan_cart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21608" y="3108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proposes SKUs + qty.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sets a price.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99048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3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45936" y="21945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7293F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5936" y="21945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22C55E">
              <a:alpha val="7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74536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74536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mandate_check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74536" y="3108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Pure, deterministic,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unit-tested. THE GATE.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51976" y="2880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3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98864" y="21945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27464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27464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mcp_tool_call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27464" y="3108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Remote MCP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only if ALLOWED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343400"/>
            <a:ext cx="5486400" cy="1554480"/>
          </a:xfrm>
          <a:prstGeom prst="roundRect">
            <a:avLst>
              <a:gd name="adj" fmla="val 7059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proposes. It never decides.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verify() is a pure function with no I/O. A model that hallucinates a price cannot move money: the SKU would not exist and the total is computed server-side in integer paise.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46520" y="4343400"/>
            <a:ext cx="5105095" cy="1554480"/>
          </a:xfrm>
          <a:prstGeom prst="roundRect">
            <a:avLst>
              <a:gd name="adj" fmla="val 7059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66560" y="48920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mcp_client.call_tool() raises MandateViolation if handed a denied decision — so even a caller that ignores the gate cannot spend. There is no second code path to money.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UAP Mandate Verification Layer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26464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NPCI's Unified Agent Protocol on the UPI Circle delegation pattern: a capped, revocable authority granted to a secondary payer — here, an agent.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6492240" cy="3291840"/>
          </a:xfrm>
          <a:prstGeom prst="roundRect">
            <a:avLst>
              <a:gd name="adj" fmla="val 3333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860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enforced on every turn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284378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ceiling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9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cap_paise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7784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₹1,000 / week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33649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3264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Per-transaction ceiling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3264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9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per_txn_cap_paise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77840" y="32644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38862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785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allow / block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37856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9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blocked_categories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77840" y="37856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gift_cards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" y="440740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43068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revocation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43068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9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77840" y="43068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next turn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60120" y="492861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4828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spend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20440" y="4828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9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spend_ledger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77840" y="4828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− spent = headroom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52360" y="2103120"/>
            <a:ext cx="4099255" cy="3291840"/>
          </a:xfrm>
          <a:prstGeom prst="roundRect">
            <a:avLst>
              <a:gd name="adj" fmla="val 3333"/>
            </a:avLst>
          </a:prstGeom>
          <a:solidFill>
            <a:srgbClr val="0F1830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mandate.py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26517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headroom = cap_paise - already_spent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total &gt; headroom: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MandateDecision(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allowed=False,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code=BLOCK_WINDOW_CAP_EXCEEDED,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22 tests: cap, cap-1, cap+1,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revoked, category, quantity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0" y="4526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Off-by-one in a limit check is a production incident, not a style nit — so the boundary is tested three ways.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5623560"/>
            <a:ext cx="10881360" cy="384048"/>
          </a:xfrm>
          <a:prstGeom prst="roundRect">
            <a:avLst>
              <a:gd name="adj" fmla="val 47619"/>
            </a:avLst>
          </a:prstGeom>
          <a:solidFill>
            <a:srgbClr val="151E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" y="576529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5623560"/>
            <a:ext cx="10479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edit bumps mandate.version — the agent re-reads it every turn, so there is no cache to invalidate.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EXECUTION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Razorpay Remote MCP — no hand-rolled API calls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26464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speaks MCP Streamable HTTP to mcp.razorpay.com, exactly as the npx mcp-remote bridge does. 35+ payment tools in the model's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6492240" cy="868680"/>
          </a:xfrm>
          <a:prstGeom prst="roundRect">
            <a:avLst>
              <a:gd name="adj" fmla="val 12632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585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create_payment_link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56946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the link mid-conversation, with mandate_id and version stamped into notes.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6492240" cy="868680"/>
          </a:xfrm>
          <a:prstGeom prst="roundRect">
            <a:avLst>
              <a:gd name="adj" fmla="val 12632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2644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capture_payment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357530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 an authorised transaction — the x402 path for agent-to-agent settlement.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6492240" cy="868680"/>
          </a:xfrm>
          <a:prstGeom prst="roundRect">
            <a:avLst>
              <a:gd name="adj" fmla="val 12632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2702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9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retrieval suite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811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orders, refunds, settlements for automated reconciliation.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2148840"/>
            <a:ext cx="4099255" cy="2788920"/>
          </a:xfrm>
          <a:prstGeom prst="roundRect">
            <a:avLst>
              <a:gd name="adj" fmla="val 3934"/>
            </a:avLst>
          </a:prstGeom>
          <a:solidFill>
            <a:srgbClr val="0F1830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2697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F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 '%s' "$KEY_ID:$KEY_SECRET" \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F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base64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9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Basic &lt;token&gt;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https://mcp.razorpay.com/mcp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0233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Remote, not Docker: zero infrastructure, smart routing, and nothing local to fail on stage.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257800"/>
            <a:ext cx="10911535" cy="868680"/>
          </a:xfrm>
          <a:prstGeom prst="roundRect">
            <a:avLst>
              <a:gd name="adj" fmla="val 12632"/>
            </a:avLst>
          </a:prstGeom>
          <a:solidFill>
            <a:srgbClr val="1A2547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44068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money tool is behind the gate. On a blocked turn the MCP client is never called — the block is at the logic layer, not in a system prompt.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 is an absent span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26464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Langfuse trace per turn, four named spans. On a blocked turn the fourth span simply does not exist — and you cannot argue with an absent span.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669280" cy="566928"/>
          </a:xfrm>
          <a:prstGeom prst="roundRect">
            <a:avLst>
              <a:gd name="adj" fmla="val 16129"/>
            </a:avLst>
          </a:prstGeom>
          <a:solidFill>
            <a:srgbClr val="151E3A"/>
          </a:solidFill>
          <a:ln w="12700">
            <a:solidFill>
              <a:srgbClr val="339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9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retrieve_catalog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91840" y="22402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SKUs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5394960" cy="566928"/>
          </a:xfrm>
          <a:prstGeom prst="roundRect">
            <a:avLst>
              <a:gd name="adj" fmla="val 16129"/>
            </a:avLst>
          </a:prstGeom>
          <a:solidFill>
            <a:srgbClr val="151E3A"/>
          </a:solidFill>
          <a:ln w="12700">
            <a:solidFill>
              <a:srgbClr val="339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9900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9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plan_cart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566160" y="299008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cart ops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3739896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151E3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37398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mandate_check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0" y="373989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BLOCK_WINDOW_CAP_EXCEEDED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63040" y="4489704"/>
            <a:ext cx="4846320" cy="566928"/>
          </a:xfrm>
          <a:prstGeom prst="roundRect">
            <a:avLst>
              <a:gd name="adj" fmla="val 16129"/>
            </a:avLst>
          </a:prstGeom>
          <a:solidFill>
            <a:srgbClr val="0B1020"/>
          </a:solidFill>
          <a:ln w="12700">
            <a:solidFill>
              <a:srgbClr val="26325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691640" y="44897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mcp_tool_call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0" y="448970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never reached 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2240280"/>
            <a:ext cx="4236415" cy="3017520"/>
          </a:xfrm>
          <a:prstGeom prst="roundRect">
            <a:avLst>
              <a:gd name="adj" fmla="val 3636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2423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records, deliberately separate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35240" y="2834640"/>
            <a:ext cx="3794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written BEFORE the tool call, so a blocked attempt is as durable as a settled one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spend_ledger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only on a successful tool result — the mandate envelope is never optimistically debited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attempted and money moved are different facts. A log that only records success is not evidence.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we handle gracefully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26464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01 asks for one failure handled well. We trigger ours on purpose.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breach attempt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the Parmigiano Reggiano and the olive oil, then check out”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3337560"/>
            <a:ext cx="4617720" cy="384048"/>
          </a:xfrm>
          <a:prstGeom prst="roundRect">
            <a:avLst>
              <a:gd name="adj" fmla="val 47619"/>
            </a:avLst>
          </a:prstGeom>
          <a:solidFill>
            <a:srgbClr val="151E3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2144" y="3479292"/>
            <a:ext cx="100584" cy="10058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6736" y="3337560"/>
            <a:ext cx="4215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BLOCK_WINDOW_CAP_EXCEEDED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   ₹2,233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    ₹1,000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   BLOCKED create_payment_link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48006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wanted to pay. It was stopped before the call, not asked nicely not to make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5349240" cy="3200400"/>
          </a:xfrm>
          <a:prstGeom prst="roundRect">
            <a:avLst>
              <a:gd name="adj" fmla="val 3429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graceful recovery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26974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cannot complete this — ₹2,233 exceeds your authorised mandate of ₹1,000. Dropping the olive oil and parmigiano brings it to ₹685.”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3566160"/>
            <a:ext cx="4617720" cy="384048"/>
          </a:xfrm>
          <a:prstGeom prst="roundRect">
            <a:avLst>
              <a:gd name="adj" fmla="val 47619"/>
            </a:avLst>
          </a:prstGeom>
          <a:solidFill>
            <a:srgbClr val="151E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21424" y="370789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86016" y="3566160"/>
            <a:ext cx="4215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  →  payment link issued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75120" y="406908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suggest_downgrade() deterministically drops the priciest lines until the cart fits the remaining headroom — then re-verifies. The refusal is priced, not improvised, and the merchant still gets the sale.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10911535" cy="731520"/>
          </a:xfrm>
          <a:prstGeom prst="roundRect">
            <a:avLst>
              <a:gd name="adj" fmla="val 15000"/>
            </a:avLst>
          </a:prstGeom>
          <a:solidFill>
            <a:srgbClr val="1A2547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57784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 revoke the mandate mid-session. One prompt later it binds — no restart, no cache. That is Revocation Latency.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a PSP actually underwrites against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26464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“the chatbot worked”. These are the two properties that make a delegated agent insurable.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31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Breach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Rate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turns tried to exceed authority — every one stopped at the logic layer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331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395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turn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17720" y="3246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17720" y="3840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dashboard edit to binding ceiling; no cache to invalidate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3317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321040" y="32461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21040" y="38404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 ever left the mandate envelope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0911535" cy="1325880"/>
          </a:xfrm>
          <a:prstGeom prst="roundRect">
            <a:avLst>
              <a:gd name="adj" fmla="val 8276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12064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shipped: 22 tests on the gate  ·  38-SKU agent-readable catalog  ·  append-only audit log  ·  integer paise throughout  ·  DEMO_MODE runs the whole system with no keys and no network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5623560"/>
            <a:ext cx="10088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is a claim we can prove on this laptop, right now, offline.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mandate layer and not just a chatbot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305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not multi-agent?”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262432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Razorpay's own FTX26 position: for commerce, one well-instrumented agent with full context has fewer handoff failure modes and predictable latency. Multi-agent adds a second place for authority to leak.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1305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not prompt the model to respect the limit?”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29400" y="262432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is a request. A gate is a guarantee. Ours is a pure function with 22 tests, and it runs whether or not the model cooperates.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965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Razorpay errors mid-checkout?”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459028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row written first, spend recorded only on success, shopper told nothing was charged. The envelope is never optimistically debited.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393192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51E3A"/>
          </a:solidFill>
          <a:ln w="12700">
            <a:solidFill>
              <a:srgbClr val="2632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40965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does this become a Razorpay product?”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29400" y="459028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mandate service between Agent Studio and the payment tools: one row per delegated authority, one verdict per action, one log the risk team can underwrite.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shipping a chatbot that can buy things. We are shipping the authorization primitive that makes an AI buyer underwritable.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6035040" cy="6035040"/>
          </a:xfrm>
          <a:prstGeom prst="ellipse">
            <a:avLst/>
          </a:prstGeom>
          <a:solidFill>
            <a:srgbClr val="3395FF">
              <a:alpha val="10000"/>
            </a:srgbClr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920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33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 SHOW. GET HIRED.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commerce is an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 problem.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Razorpay Remote MCP, ready for NPCI's Unified Agent Protocol and the x402 standard.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617720"/>
            <a:ext cx="7863840" cy="384048"/>
          </a:xfrm>
          <a:prstGeom prst="roundRect">
            <a:avLst>
              <a:gd name="adj" fmla="val 47619"/>
            </a:avLst>
          </a:prstGeom>
          <a:solidFill>
            <a:srgbClr val="151E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4759452"/>
            <a:ext cx="100584" cy="1005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4617720"/>
            <a:ext cx="7461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github.com/&lt;you&gt;/razorpay-uap-mandate-agent   ·   pytest -q → 22 passed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Choudhary  ·  Razorpay AI Buildathon 2026  ·  Track 01: AI Growth &amp; Agentic Commerce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AI-Native Agentic Checkout with UAP Mandate Verification</dc:title>
  <dc:subject>PptxGenJS Presentation</dc:subject>
  <dc:creator>Ayush Choudhary</dc:creator>
  <cp:lastModifiedBy>Ayush Choudhary</cp:lastModifiedBy>
  <cp:revision>1</cp:revision>
  <dcterms:created xsi:type="dcterms:W3CDTF">2026-08-20T12:30:32Z</dcterms:created>
  <dcterms:modified xsi:type="dcterms:W3CDTF">2026-08-20T12:30:32Z</dcterms:modified>
</cp:coreProperties>
</file>