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 AI BUILDATHON 2026 · TRACK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Action Firewall — Safe Autopilot Checkout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One approval for the job. Zero authority beyond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12064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AI DRAFTS &amp; RECOVERS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Zero autonomous payment authority. Translates intent and ranks eligible catalog items.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377440"/>
            <a:ext cx="521208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exact Action Grant · ₹417 / ₹600. Versioned, hash-bound spend fence.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Agentic Commerce Control Plane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AI may plan and recover a purchase. Only a deterministic, versioned Purchase Envelope can authorize the final Razorpay action.</a:t>
            </a:r>
            <a:br/>
            <a:br/>
            <a:r>
              <a:t>• Chat proposes; actuator calls registered create_payment_link once</a:t>
            </a:r>
            <a:br/>
            <a:r>
              <a:t>• Re-verified inside SQLite BEGIN IMMEDIATE before any network I/O</a:t>
            </a:r>
            <a:br/>
            <a:r>
              <a:t>• Dual HMAC-SHA256 Action Receipt survives grant settlement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Razorpay MCP-compatible actuator · deterministic policy · 102 tests · offline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Track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CONTROL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model is not a payment principal.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Natural language expresses intent. It cannot carry durable authority across catalog substitutions, merchant changes, retries, and provider timeouts.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Georgia"/>
              </a:defRPr>
            </a:pPr>
            <a:r>
              <a:t>1 · Prompt &amp; Plan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or conversational ambiguity can nudge an agent toward unapproved items, categories, or price spikes without human realization.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Georgia"/>
              </a:defRPr>
            </a:pPr>
            <a:r>
              <a:t>2 · Merchant &amp; State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item sells out and the agent re-routes to an unapproved seller. A general permission becomes an uninspected blank check.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3 · Distributed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Network timeouts and retries duplicate external payment actions unless exposure is tracked atomically before dispatch.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missing primitive: 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Bounded human approval, exact machine verification. Track 01 requires explainable, bounded and gated money actions with full auditability.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First-party requirement · Razorpay AI Buildathon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AI plans and recovers. Deterministic code gates money.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model drafts intent; one shopper click activates it; server-side code verifies exact catalog facts before any provider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1 · Draft Intent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or deterministic fallback drafts required slots and budget from shopping goal.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2 · Activate Once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Shopper reviews budget, merchant, address. Click activates; AI cannot activate.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3 · Verify &amp; Reserve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Code rehydrates catalog facts inside BEGIN IMMEDIATE transaction.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4 · Claim &amp;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owner claims Action Grant and dispatches Razorpay create_payment_link.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LLM never holds authority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It translates intent and ranks substitutes. Server-owned SKUs and integer-paise prices determine the canonical cart facts.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actuator trusts verified state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Envelope hash, policy revision, merchant ID, slot tags, and one-owner compare-and-set must all match before network dispatch.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POST /envelopes/draft → draft intent · POST /autopilot/execute → deterministic authorization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An exact grant, not a broad permissions token.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Each authorization binds who, what, which merchant, exact slot tags, and one purchase attempt. Any mismatch fails closed.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Bindings Enforced at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Envelope identity: id · version · hash (immutable spend fence)</a:t>
            </a:r>
            <a:br/>
            <a:r>
              <a:t>• Cart + amount: cart_hash · quote_hash (integer paise only)</a:t>
            </a:r>
            <a:br/>
            <a:r>
              <a:t>• Context binding: user_id · merchant_id · fulfillment_profile</a:t>
            </a:r>
            <a:br/>
            <a:r>
              <a:t>• Single dispatch: purchase_attempt_id (CAS owner token)</a:t>
            </a:r>
            <a:br/>
            <a:r>
              <a:t>• Ambiguity-safe: UNKNOWN state holds headroom, blocks auto-retry</a:t>
            </a:r>
            <a:br/>
            <a:r>
              <a:t>• Cross-envelope ceiling: user aggregate exposure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In-Transaction Verification Gate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authorize_and_reserve(request):</a:t>
            </a:r>
            <a:br/>
            <a:br/>
            <a:r>
              <a:t>  BEGIN IMMEDIATE</a:t>
            </a:r>
            <a:br/>
            <a:r>
              <a:t>  re-read envelope row, version &amp; hash</a:t>
            </a:r>
            <a:br/>
            <a:r>
              <a:t>  check aggregate user authority ceiling</a:t>
            </a:r>
            <a:br/>
            <a:r>
              <a:t>  verify merchant, address, deadline, slots</a:t>
            </a:r>
            <a:br/>
            <a:r>
              <a:t>  if quote &gt; cap: return PolicyDelta</a:t>
            </a:r>
            <a:br/>
            <a:r>
              <a:t>  mint exact Action Grant (one use)</a:t>
            </a:r>
            <a:br/>
            <a:br/>
            <a:r>
              <a:t>  # 8 concurrent attempts → exactly 1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Enforced atomically inside SQLite BEGIN IMMEDIATE before any network I/O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RAZORPAY-NATIVE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registered action; dual HMAC-SHA256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Exposes create_payment_link through a Razorpay MCP-compatible transport. Receipts decouple authorization from lifecycle state.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Strict Actuator Boundary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canonicalize_action: Strict amount, currency, reference, notes, partial-payment flag, and schema hash.</a:t>
            </a:r>
            <a:br/>
            <a:br/>
            <a:r>
              <a:t>• claim_action_grant: Current policy, exact bindings, and one-owner compare-and-set before network I/O.</a:t>
            </a:r>
            <a:br/>
            <a:br/>
            <a:r>
              <a:t>• create_payment_link: The result is ACTION_ISSUED. Payment link is created; settlement requires provider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Dual-Signature Action Receipt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ReceiptAuthorization (immutable core):</a:t>
            </a:r>
            <a:br/>
            <a:r>
              <a:t>  → grant_id, cart_hash, quote_hash, policy_hash</a:t>
            </a:r>
            <a:br/>
            <a:r>
              <a:t>  → signed by authorization_signature</a:t>
            </a:r>
            <a:br/>
            <a:br/>
            <a:r>
              <a:t>ReceiptStatus (mutable lifecycle):</a:t>
            </a:r>
            <a:br/>
            <a:r>
              <a:t>  → state (action_issued / settled / unknown)</a:t>
            </a:r>
            <a:br/>
            <a:r>
              <a:t>  → signed by status_signature</a:t>
            </a:r>
            <a:br/>
            <a:br/>
            <a:r>
              <a:t>Auth core survives settlement verification cleanly.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Vulcan is context, not a dependency: Razorpay positions it for checkout intelligence; Action Firewall gates authorization.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CROSS-ENVELOPE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user authority ceiling spans multiple jobs.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While individual Purchase Envelopes bound single purchases, an aggregate user ceiling prevents multi-agent spend accumulation.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Authority Ceiling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Aggregate ceiling table (₹2,000 / weekly) bounds total outstanding exposure across all active envelopes.</a:t>
            </a:r>
            <a:br/>
            <a:br/>
            <a:r>
              <a:t>Inspectable via GET /authority?user_id=.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Atomic Concurrency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 parallel threads colliding across separate envelopes are gated under BEGIN IMMEDIATE; exactly k succeed, remainder blocked with BLOCK_USER_CEILING_EXCEEDED.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Headroom Accounting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Committed and pending exposure count against ceiling immediately. Unresolved exposure is held safely until authoritative settlement or reconciliation.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Calibri"/>
              </a:defRPr>
            </a:pPr>
            <a:r>
              <a:t>Concurrency Proof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8 concurrent threads under one envelope produce exactly 1 issued action; parallel envelopes collide at user ceiling with zero overspend.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GET /authority?user_id= → real-time aggregated headroom and active envelope 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Three beats: useful autonomy, hard refusal, ambiguity.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demo is designed around one useful recovery, one field-specific refusal, and one distributed hold.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 · Useful Autonomy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→ safe substitute</a:t>
            </a:r>
            <a:br/>
            <a:br/>
            <a:r>
              <a:t>Preferred pasta sells out. System re-plans an eligible substitute and issues one simulated link without asking the shopper again.</a:t>
            </a:r>
            <a:br/>
            <a:br/>
            <a:r>
              <a:t>[ALLOW_ENVELOPE → ACTION_ISSUED]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2 · Hard Refusal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Merchant changed → refuse</a:t>
            </a:r>
            <a:br/>
            <a:br/>
            <a:r>
              <a:t>Quote moves to unapproved merchant. Refused with field-level PolicyDelta (merchant_id). Zero actuator calls.</a:t>
            </a:r>
            <a:br/>
            <a:br/>
            <a:r>
              <a:t>[BLOCK_ENVELOPE_MISMATCH]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3 · Safe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Provider timeout → hold</a:t>
            </a:r>
            <a:br/>
            <a:br/>
            <a:r>
              <a:t>Provider times out after dispatch. State held as UNKNOWN; envelope use remains occupied; duplicate retry suppressed.</a:t>
            </a:r>
            <a:br/>
            <a:br/>
            <a:r>
              <a:t>[UNKNOWN OUTCOME]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Fault Injection (Demo Only)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Scenarios are injected by the operator to exercise deterministic boundaries on camera; endpoint refuses them outside DEMO_MODE.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Terminal rehearsal: python scripts/demo_autopilot.py runs all beats offline with simulated provider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REPRODUCIBLE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Deterministic properties, verified on this machine.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Synthetic authorization-correctness evidence, not inflated conversion claims.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146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Backend tests passing</a:t>
            </a:r>
            <a:br/>
            <a:br/>
            <a:r>
              <a:t>Exact suite: policy limits, envelopes, receipts, HTTP contracts, and concurrency.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650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Generated boundary cases</a:t>
            </a:r>
            <a:br/>
            <a:br/>
            <a:r>
              <a:t>10 goal families, 104 distinct carts across 13 adversarial drift families (100% pass).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550 / 550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Violations blocked</a:t>
            </a:r>
            <a:br/>
            <a:br/>
            <a:r>
              <a:t>Price, merchant, category, destination, and tampering breaches fail closed.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8 → 1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Concurrent claims to calls</a:t>
            </a:r>
            <a:br/>
            <a:br/>
            <a:r>
              <a:t>Eight parallel attempts under one envelope; exactly one issued 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Empirical Verification Scope Caveat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Caveat: Synthetic deterministic authorization correctness. Not a claim of production conversion, GMV, fraud reduction, or payment success. Frontend clean; npm audit: 0; integer paise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Reproduce in seconds: python -m pytest -q &amp;&amp; python scripts/evaluate_autopilot.py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OBJECTIONS +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What this proves — and what remains production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Clear architectural boundaries and honest limitations.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“Rules engine with AI decoration?”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translates open-ended goals and ranks substitutes. The payment boundary is deterministic because model creativity is not authorization.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“Policy or envelope changes mid-checkout?”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Version and hashes are revalidated at claim. A revoked envelope or stale grant is cancelled before network I/O.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“Razorpay times out after accepting?”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State becomes UNKNOWN, retains exposure, and rejects auto-retry. Reconciler applies authoritative provider events.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“Production hardening path?”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Single-instance SQLite serialization is an honest proof. Production requires authenticated principals, tenant scoping, durable outbox, and signed webhooks.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Honest limitations: application-signed evidence only; synthetic merchant environment; pull-based reconciliation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TRACK 01 · WORKING 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approval for the job. Zero authority beyond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Action Firewall turns Razorpay agentic checkout into a bounded, reviewable application control plane.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10698480" cy="20116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Verified System Properties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146 passing backend tests covering pure spend policy, envelope drafts, concurrency, and reconciliation</a:t>
            </a:r>
            <a:br/>
            <a:r>
              <a:t>• 650 synthetic evaluation cases across 10 goal families (104 distinct carts, 100% boundary pass rate)</a:t>
            </a:r>
            <a:br/>
            <a:r>
              <a:t>• Dual HMAC-SHA256 Action Receipts preserving authorization proof across grant settlement</a:t>
            </a:r>
            <a:br/>
            <a:r>
              <a:t>• Cross-envelope User Authority Ceiling enforced atomically under SQLite BEGIN IMMEDIATE</a:t>
            </a:r>
            <a:br/>
            <a:r>
              <a:t>• Zero unauthorized actuator calls across all hostile scenarios and offline rehearsals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84632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Submission Status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pytest → 146 passed · 650 eval cases · npm audit → 0 · offline rehearsals → passed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Track 01: AI Growth &amp; Agentic 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Razorpay AI Buildathon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