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Razorpay MCP-compatible actuator · deterministic policy · 316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147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Backend tests passing</a:t>
            </a:r>
            <a:br/>
            <a:br/>
            <a:r>
              <a:t>Exact suite: policy limits, envelopes, receipts, voice boundaries,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550 / 550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Price, merchant, category, destination, and tampering breaches fail closed.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8 → 1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Concurrent claims to calls</a:t>
            </a:r>
            <a:br/>
            <a:br/>
            <a:r>
              <a:t>Eight parallel attempts under one envelope; exactly one issued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Verified System Properties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316 passing backend tests covering pure spend policy, envelope drafts, voice boundaries,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Submission Status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pytest → 316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