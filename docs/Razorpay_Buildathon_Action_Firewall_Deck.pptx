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Razorpay MCP-compatible actuator · deterministic policy · 368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368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Backend tests passing</a:t>
            </a:r>
            <a:br/>
            <a:br/>
            <a:r>
              <a:t>Exact suite: policy limits, envelopes, receipts, voice boundaries,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850 / 850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Across 22 failure families. A spend-cap-only guard — what most "AI guardrails" are — lets 690 of the same 850 through.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20/20 → 0/20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Cap breaches under contention</a:t>
            </a:r>
            <a:br/>
            <a:br/>
            <a:r>
              <a:t>16 threads, one Rs 1,000 cap. Read-compare-write breaches every trial; authorize-and-reserve never does.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Verified System Properties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368 passing backend tests covering pure spend policy, envelope drafts, voice boundaries,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Submission Status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pytest → 368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