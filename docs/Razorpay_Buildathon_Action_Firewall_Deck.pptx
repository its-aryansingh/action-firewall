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102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102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102 passing backend tests covering pure spend policy, envelope drafts,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102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