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147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147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voice boundaries,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147 passing backend tests covering pure spend policy, envelope drafts, voice boundaries,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147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